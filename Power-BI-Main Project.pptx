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98" d="100"/>
          <a:sy n="98" d="100"/>
        </p:scale>
        <p:origin x="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1289060c-7a24-4e5d-8900-98e9bd97489b}">
  <we:reference id="WA200003233" version="2.0.0.3" store="en-US" storeType="OMEX"/>
  <we:alternateReferences/>
  <we:properties>
    <we:property name="Microsoft.Office.CampaignId" value="&quot;none&quot;"/>
    <we:property name="reportUrl" value="&quot;/groups/me/reports/3485e7e0-3345-43d3-92a1-ee652d8beb05/f874c448754a57365456?bookmarkGuid=d28d7223-19d4-4197-81fb-07518556c071&amp;bookmarkUsage=1&amp;ctid=9f60b2c7-5b45-4509-b74e-7a09aec4b605&amp;fromEntryPoint=export&amp;pbi_source=storytelling_addin&quot;"/>
    <we:property name="reportState" value="&quot;CONNECTED&quot;"/>
    <we:property name="artifactViewState" value="&quot;live&quot;"/>
    <we:property name="reportEmbeddedTime" value="&quot;2026-07-05T10:35:04.958Z&quot;"/>
    <we:property name="creatorSessionId" value="&quot;82b523cf-4a98-4850-ba21-18105c30cc76&quot;"/>
    <we:property name="creatorUserId" value="&quot;100320057598113C&quot;"/>
    <we:property name="creatorTenantId" value="&quot;9f60b2c7-5b45-4509-b74e-7a09aec4b605&quot;"/>
    <we:property name="pageDisplayName" value="&quot;Supplier&quot;"/>
    <we:property name="pageName" value="&quot;f874c448754a57365456&quot;"/>
    <we:property name="isFiltersActionButtonVisible" value="true"/>
    <we:property name="initialStateBookmark" value="&quot;H4sIAAAAAAAAA51Sy27CMBD8lcpnVMV5EbjRqifKQ6XiglC1idfUxcSRbVAp4t+7TpA4UAmph8TeyXhmvNkTE8o1Go5T2CEbsidjtjuw2wfOeqy+YLPZeDJ6G39MR5MXgk3jlakdG56YB7tBv1RuDzooELha9xhoPYdNqCRohz3WoHWmBq1+sCPTJ2/3eO4x/G60sRAkFx48BtkD0akmb/6YkCNUXh1wgZXv0Az7Mo0grqSQMT1V2ZdEcx2hTfYnJUi39s+m9qBqsgkYpHGciExkvJ9KOSgymQwC7lS90ZfA17PvxyZ0xX0CrdSN8otsg875TNdJJYgs4VG/wiySmEdlhXe11I66datVRjnnIPKMLpFILHOIxV2thqSmcFAb8MbeahYceVpGAygqkHla8LKQ/8vXyl0RtkOahbAxe+8aqHAONdWrE2usoQHwClse/XCoBYrL3ob1VXm0nfES9D54tpPDWhPKokqNdw6EeWJtrHV4/QJhrNvo2gIAAA==&quot;"/>
    <we:property name="bookmark" value="&quot;H4sIAAAAAAAAA+1ZbW/bRgz+K4G+5IsxnN6lfEvTBivWdm3dZRiKwKDuKPlaWfJOpyxe4P8+3kl24thpWhvptJcPQSQezSMfPuRR0o0jZDMvYfEGZuicOM/q+vMM1Ocj1xk5VSfLXREnbojCC8BL/ZSLxKzWcy3rqnFObhwNqkB9IZsWSmOIhB8vRw6U5VsozF0OZYMjZ46qqSso5Z/YKdOSVi0uRw5ez8tagTE51qDRmL0idbonF9wfXLMlcC2vcIxcd+I8iQMeBEkcBhDGfhQGYURqTadgXdupYmzb/c/qSoOsaB8jA4Ze4GZeyiI/yDFhmFndRlZF2Xt8+9sPi7lBZ04RvoErWYCulYEl+0TbG3vLpYkrgcTN3MRLOYsZ5mkKwaM2mynQ/y1beZYz5vqey6IsQR6kIUtsjLLUfQjZ4sX1XBH8lJTO1hmBWdRKctrHwqyw6VC9cc7qsp3Zqxcb8nHdKo7vMbdLlZZ6QZaEnE2adj4vJSrH+PNW1ZRRu8brttJqYcXT+o8zhbStcE7YcrT25FRcQcVJet+N1whNq/Br/aBIeFsa+xOdlfc9Ob0qJiUCrUli77Y/lyT5Iviirlp9NgWlNzNAN0qgeraw6D6XakVDb3TP7SeNZ3m5qgNS+nSH6X2iO/eeIrOXloQiSjjzcgzyIAHPC5KApQeR8EfaFBSfLl7hFZbbLq/Xt5dWbl6Akl3rsOF9S9jC9BoTV98A16acDRTWane8cZ6T8OhWYJb7GJzX1FimA6gGS9nJ73pXZT5aCSV1xp2F8Dj//tVJNcDNN4P/zUb9ZKmjmv+PwQuKbK8aSocu2qbyrb3trG60QfHBBrdbQVYCr6lKRk6JVUF+nbh9A+RMBHkUMR6GaR4ipBHzvuMpvGc831j60HencSk5ql7pbhdwZkgzn7kokOYnY4KinXduSGxuEdm8uljNdHRqnqt6Zn/W84jTDl+Ic+R0zjFTDr9O0RSaPeoqIXWP2ct7ODZffxqu6oDceAzRo3OJpWi6wryAsrUTL230SuoOi5tOTD8+Pj7erPPj44/r0r48NjYMr8yfsdZguZortvBsNBFIj23exlbPSFdlsWNvM1ubkcGaJ+YCn6I4t7l43o39LzXOOoyksFtw2vCl6Gg5oyqUzYqkq7ufqDRsYbzCXH8P/t6iPXLey2KqH4j2caS7AWbjgedno3D0znRZi5EIPU/EEGLmRZGHcZKkOJAZeyWf2Oeyv3+2+FBrKCe/VFJPTM72aTPcgjOcYXs7pO89bt9PcnfmeFHIWJZ7SRikGbgQuO5QnvyGxsqDJl5etg0BiuIZqOGw8m5Iw+AjZjT4xJhncZYCohsGHv+fjw8+v78jhpHuZMxrtdc7iWHycldow+CnF7nCS3noQ8CyxGUpdx9/SfEgH06LQmEBqxnzxVMzl0Yxs3TeVn0aw30oA0rsy5IhBNyPrD7wVCDz0ec0kcUiC8X+iRzc+HNAjp587rHTcA5ZEuURBmnkmX4vGAwEftN8WuMw/6eDfz+SHnqX5ZC7gQh5yEXG/SDyBwT94UfakODfPsVsCsDlLI8gwcznQRjHjA+J/Qd95RgU/JvfN4xCxiI3iTjPPR5imEV5kLsDgf6wB4yhwL75TGEW/UyIlPMoSWiqFyj8KLYGvxiPnEGx9aXSjmC7XhXWrW7mwPEtVLjj/RYlDSqBor9+6K2W/Zi8fq21XP4Fhp8WRMQeAAA=&quot;"/>
    <we:property name="datasetId" value="&quot;7d85bd11-f5c0-45ae-8df3-7340d209c712&quot;"/>
    <we:property name="embedUrl" value="&quot;/reportEmbed?reportId=3485e7e0-3345-43d3-92a1-ee652d8beb05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ackgroundColor" value="&quot;#1E293B&quot;"/>
    <we:property name="reportName" value="&quot;Main_project&quot;"/>
    <we:property name="isVisualContainerHeaderHidden" value="fals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1517</TotalTime>
  <Words>84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get mods</cp:lastModifiedBy>
  <cp:revision>3</cp:revision>
  <dcterms:created xsi:type="dcterms:W3CDTF">2018-06-07T21:39:02Z</dcterms:created>
  <dcterms:modified xsi:type="dcterms:W3CDTF">2026-07-05T10:47:57Z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